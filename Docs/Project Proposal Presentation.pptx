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oppins"/>
      <p:regular r:id="rId11"/>
      <p:bold r:id="rId12"/>
      <p:italic r:id="rId13"/>
      <p:boldItalic r:id="rId14"/>
    </p:embeddedFont>
    <p:embeddedFont>
      <p:font typeface="Poppins SemiBold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regular.fntdata"/><Relationship Id="rId10" Type="http://schemas.openxmlformats.org/officeDocument/2006/relationships/slide" Target="slides/slide5.xml"/><Relationship Id="rId13" Type="http://schemas.openxmlformats.org/officeDocument/2006/relationships/font" Target="fonts/Poppins-italic.fntdata"/><Relationship Id="rId12" Type="http://schemas.openxmlformats.org/officeDocument/2006/relationships/font" Target="fonts/Poppins-bold.fntdata"/><Relationship Id="rId15" Type="http://schemas.openxmlformats.org/officeDocument/2006/relationships/font" Target="fonts/PoppinsSemiBold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PoppinsSemiBold-italic.fntdata"/><Relationship Id="rId16" Type="http://schemas.openxmlformats.org/officeDocument/2006/relationships/font" Target="fonts/PoppinsSemiBold-bold.fntdata"/><Relationship Id="rId18" Type="http://schemas.openxmlformats.org/officeDocument/2006/relationships/font" Target="fonts/Poppins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b1d6b74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b1d6b74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b1d6b7400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b1d6b7400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b1d6b7400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bb1d6b7400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b1d6b7400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b1d6b7400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b1d6b7400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bb1d6b7400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3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" name="Google Shape;53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" name="Google Shape;61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9" name="Google Shape;69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" name="Google Shape;76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7" name="Google Shape;77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6" name="Google Shape;86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" name="Google Shape;87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" name="Google Shape;102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 type="title">
  <p:cSld name="TITL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" name="Google Shape;131;p23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5" name="Google Shape;135;p23"/>
          <p:cNvSpPr txBox="1"/>
          <p:nvPr>
            <p:ph type="title"/>
          </p:nvPr>
        </p:nvSpPr>
        <p:spPr>
          <a:xfrm>
            <a:off x="625800" y="1427850"/>
            <a:ext cx="7892400" cy="22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s" type="secHead">
  <p:cSld name="SECTION_HEADER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229050" y="764175"/>
            <a:ext cx="8685900" cy="8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38" name="Google Shape;138;p24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40" name="Google Shape;140;p24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41" name="Google Shape;141;p24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ard 1">
  <p:cSld name="TITLE_1">
    <p:bg>
      <p:bgPr>
        <a:solidFill>
          <a:schemeClr val="l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25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45" name="Google Shape;145;p25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type="title"/>
          </p:nvPr>
        </p:nvSpPr>
        <p:spPr>
          <a:xfrm>
            <a:off x="625800" y="1427850"/>
            <a:ext cx="7892400" cy="22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to play_1" type="tx">
  <p:cSld name="TITLE_AND_BOD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201750" y="1332250"/>
            <a:ext cx="87579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0" name="Google Shape;150;p26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2" name="Google Shape;152;p26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3" name="Google Shape;153;p26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ard 2" type="twoColTx">
  <p:cSld name="TITLE_AND_TWO_COLUMNS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7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7" name="Google Shape;157;p27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8" name="Google Shape;158;p27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type="title"/>
          </p:nvPr>
        </p:nvSpPr>
        <p:spPr>
          <a:xfrm>
            <a:off x="625800" y="1427850"/>
            <a:ext cx="7892400" cy="22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ard 3">
  <p:cSld name="TITLE_AND_TWO_COLUMNS_1">
    <p:bg>
      <p:bgPr>
        <a:solidFill>
          <a:schemeClr val="accen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Google Shape;161;p28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3" name="Google Shape;163;p28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4" name="Google Shape;164;p28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5" name="Google Shape;165;p28"/>
          <p:cNvSpPr txBox="1"/>
          <p:nvPr>
            <p:ph type="title"/>
          </p:nvPr>
        </p:nvSpPr>
        <p:spPr>
          <a:xfrm>
            <a:off x="625800" y="1427850"/>
            <a:ext cx="7892400" cy="22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und" type="titleOnly">
  <p:cSld name="TITLE_ONL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idx="1" type="subTitle"/>
          </p:nvPr>
        </p:nvSpPr>
        <p:spPr>
          <a:xfrm>
            <a:off x="201750" y="629575"/>
            <a:ext cx="5054100" cy="16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8" name="Google Shape;168;p29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9"/>
          <p:cNvSpPr txBox="1"/>
          <p:nvPr>
            <p:ph idx="2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0" name="Google Shape;170;p29"/>
          <p:cNvSpPr txBox="1"/>
          <p:nvPr>
            <p:ph idx="3" type="body"/>
          </p:nvPr>
        </p:nvSpPr>
        <p:spPr>
          <a:xfrm>
            <a:off x="59050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84">
          <p15:clr>
            <a:srgbClr val="E46962"/>
          </p15:clr>
        </p15:guide>
        <p15:guide id="2" orient="horz" pos="691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Winner Is…">
  <p:cSld name="ONE_COLUMN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1306050" y="1390350"/>
            <a:ext cx="6531900" cy="14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3" name="Google Shape;173;p30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5" name="Google Shape;175;p30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6" name="Google Shape;176;p30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28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A" type="blank">
  <p:cSld name="BLANK">
    <p:bg>
      <p:bgPr>
        <a:solidFill>
          <a:schemeClr val="accen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103700" y="4273900"/>
            <a:ext cx="8819400" cy="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9" name="Google Shape;179;p31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1" name="Google Shape;181;p31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2" name="Google Shape;182;p31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96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B">
  <p:cSld name="BLANK_1"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103700" y="4273900"/>
            <a:ext cx="8819400" cy="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5" name="Google Shape;185;p32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7" name="Google Shape;187;p32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8" name="Google Shape;188;p32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96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">
  <p:cSld name="BLANK_2">
    <p:bg>
      <p:bgPr>
        <a:solidFill>
          <a:schemeClr val="lt2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103700" y="4273900"/>
            <a:ext cx="8819400" cy="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1" name="Google Shape;191;p33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130025" y="202363"/>
            <a:ext cx="1495200" cy="9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93" name="Google Shape;193;p33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94" name="Google Shape;194;p33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9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50900" y="393500"/>
            <a:ext cx="6329700" cy="15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b="1" sz="4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52075" y="3434600"/>
            <a:ext cx="6728700" cy="13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■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■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■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15">
          <p15:clr>
            <a:srgbClr val="E46962"/>
          </p15:clr>
        </p15:guide>
        <p15:guide id="2" pos="115">
          <p15:clr>
            <a:srgbClr val="E46962"/>
          </p15:clr>
        </p15:guide>
        <p15:guide id="3" pos="564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130025" y="202370"/>
            <a:ext cx="1495200" cy="2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TO PLAY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4"/>
          <p:cNvSpPr txBox="1"/>
          <p:nvPr>
            <p:ph idx="2" type="body"/>
          </p:nvPr>
        </p:nvSpPr>
        <p:spPr>
          <a:xfrm>
            <a:off x="3326850" y="202367"/>
            <a:ext cx="2490300" cy="2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MISSING WORD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4"/>
          <p:cNvSpPr txBox="1"/>
          <p:nvPr>
            <p:ph idx="3" type="body"/>
          </p:nvPr>
        </p:nvSpPr>
        <p:spPr>
          <a:xfrm>
            <a:off x="6565575" y="202367"/>
            <a:ext cx="2437500" cy="2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INTRO</a:t>
            </a:r>
            <a:endParaRPr/>
          </a:p>
        </p:txBody>
      </p:sp>
      <p:sp>
        <p:nvSpPr>
          <p:cNvPr id="202" name="Google Shape;202;p34"/>
          <p:cNvSpPr txBox="1"/>
          <p:nvPr>
            <p:ph type="title"/>
          </p:nvPr>
        </p:nvSpPr>
        <p:spPr>
          <a:xfrm>
            <a:off x="625800" y="1427850"/>
            <a:ext cx="7892400" cy="14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DnD KBS</a:t>
            </a:r>
            <a:endParaRPr/>
          </a:p>
        </p:txBody>
      </p:sp>
      <p:sp>
        <p:nvSpPr>
          <p:cNvPr id="203" name="Google Shape;203;p34"/>
          <p:cNvSpPr txBox="1"/>
          <p:nvPr>
            <p:ph type="title"/>
          </p:nvPr>
        </p:nvSpPr>
        <p:spPr>
          <a:xfrm>
            <a:off x="625800" y="3059500"/>
            <a:ext cx="7892400" cy="14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Lawrence Benitez, Leo Dai, Owen Dewing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229050" y="764175"/>
            <a:ext cx="8685900" cy="8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DnD KBS?</a:t>
            </a:r>
            <a:endParaRPr/>
          </a:p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130025" y="202373"/>
            <a:ext cx="14952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MEET THE TEAMS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5"/>
          <p:cNvSpPr txBox="1"/>
          <p:nvPr>
            <p:ph idx="2" type="body"/>
          </p:nvPr>
        </p:nvSpPr>
        <p:spPr>
          <a:xfrm>
            <a:off x="3326850" y="202368"/>
            <a:ext cx="24903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MISSING WORD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5"/>
          <p:cNvSpPr txBox="1"/>
          <p:nvPr>
            <p:ph idx="3" type="body"/>
          </p:nvPr>
        </p:nvSpPr>
        <p:spPr>
          <a:xfrm>
            <a:off x="6565575" y="202368"/>
            <a:ext cx="24375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INTRO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5"/>
          <p:cNvSpPr/>
          <p:nvPr/>
        </p:nvSpPr>
        <p:spPr>
          <a:xfrm>
            <a:off x="1301225" y="1721900"/>
            <a:ext cx="6517200" cy="3197700"/>
          </a:xfrm>
          <a:prstGeom prst="roundRect">
            <a:avLst>
              <a:gd fmla="val 87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DnD KBS is a simple text-based adventure game where you will explore and unravel the secrets of an </a:t>
            </a: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unknown</a:t>
            </a: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foreign world.</a:t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/>
          <p:nvPr/>
        </p:nvSpPr>
        <p:spPr>
          <a:xfrm>
            <a:off x="1301225" y="1721900"/>
            <a:ext cx="6517200" cy="3197700"/>
          </a:xfrm>
          <a:prstGeom prst="roundRect">
            <a:avLst>
              <a:gd fmla="val 87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DnD KBS is for anyone wanting to enjoy a simple text-based game. It is meant for anyone who can read english.</a:t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18" name="Google Shape;218;p36"/>
          <p:cNvSpPr txBox="1"/>
          <p:nvPr>
            <p:ph type="title"/>
          </p:nvPr>
        </p:nvSpPr>
        <p:spPr>
          <a:xfrm>
            <a:off x="229050" y="764175"/>
            <a:ext cx="8685900" cy="8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Userbase?</a:t>
            </a:r>
            <a:endParaRPr/>
          </a:p>
        </p:txBody>
      </p:sp>
      <p:sp>
        <p:nvSpPr>
          <p:cNvPr id="219" name="Google Shape;219;p36"/>
          <p:cNvSpPr txBox="1"/>
          <p:nvPr>
            <p:ph idx="1" type="body"/>
          </p:nvPr>
        </p:nvSpPr>
        <p:spPr>
          <a:xfrm>
            <a:off x="130025" y="202373"/>
            <a:ext cx="14952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MEET THE TEAMS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6"/>
          <p:cNvSpPr txBox="1"/>
          <p:nvPr>
            <p:ph idx="2" type="body"/>
          </p:nvPr>
        </p:nvSpPr>
        <p:spPr>
          <a:xfrm>
            <a:off x="3326850" y="202368"/>
            <a:ext cx="24903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MISSING WORD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6"/>
          <p:cNvSpPr txBox="1"/>
          <p:nvPr>
            <p:ph idx="3" type="body"/>
          </p:nvPr>
        </p:nvSpPr>
        <p:spPr>
          <a:xfrm>
            <a:off x="6565575" y="202368"/>
            <a:ext cx="24375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INTRO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/>
          <p:nvPr/>
        </p:nvSpPr>
        <p:spPr>
          <a:xfrm>
            <a:off x="1301225" y="1721900"/>
            <a:ext cx="6517200" cy="3197700"/>
          </a:xfrm>
          <a:prstGeom prst="roundRect">
            <a:avLst>
              <a:gd fmla="val 87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KBS systems have a lot of potential and we see that potential as a fun game engine. Also we enjoy playing games in general and this would be a nice way of getting practice with writing a good game.</a:t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7" name="Google Shape;227;p37"/>
          <p:cNvSpPr txBox="1"/>
          <p:nvPr>
            <p:ph type="title"/>
          </p:nvPr>
        </p:nvSpPr>
        <p:spPr>
          <a:xfrm>
            <a:off x="229050" y="764175"/>
            <a:ext cx="8685900" cy="8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DnD KBS?</a:t>
            </a:r>
            <a:endParaRPr/>
          </a:p>
        </p:txBody>
      </p:sp>
      <p:sp>
        <p:nvSpPr>
          <p:cNvPr id="228" name="Google Shape;228;p37"/>
          <p:cNvSpPr txBox="1"/>
          <p:nvPr>
            <p:ph idx="1" type="body"/>
          </p:nvPr>
        </p:nvSpPr>
        <p:spPr>
          <a:xfrm>
            <a:off x="130025" y="202373"/>
            <a:ext cx="14952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MEET THE TEAMS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7"/>
          <p:cNvSpPr txBox="1"/>
          <p:nvPr>
            <p:ph idx="2" type="body"/>
          </p:nvPr>
        </p:nvSpPr>
        <p:spPr>
          <a:xfrm>
            <a:off x="3326850" y="202368"/>
            <a:ext cx="24903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MISSING WORD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7"/>
          <p:cNvSpPr txBox="1"/>
          <p:nvPr>
            <p:ph idx="3" type="body"/>
          </p:nvPr>
        </p:nvSpPr>
        <p:spPr>
          <a:xfrm>
            <a:off x="6565575" y="202368"/>
            <a:ext cx="24375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INTRO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8"/>
          <p:cNvSpPr txBox="1"/>
          <p:nvPr>
            <p:ph idx="1" type="body"/>
          </p:nvPr>
        </p:nvSpPr>
        <p:spPr>
          <a:xfrm>
            <a:off x="130025" y="202370"/>
            <a:ext cx="1495200" cy="2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TO PLAY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8"/>
          <p:cNvSpPr txBox="1"/>
          <p:nvPr>
            <p:ph idx="2" type="body"/>
          </p:nvPr>
        </p:nvSpPr>
        <p:spPr>
          <a:xfrm>
            <a:off x="3326850" y="202367"/>
            <a:ext cx="2490300" cy="2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MISSING WORD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8"/>
          <p:cNvSpPr txBox="1"/>
          <p:nvPr>
            <p:ph idx="3" type="body"/>
          </p:nvPr>
        </p:nvSpPr>
        <p:spPr>
          <a:xfrm>
            <a:off x="6565575" y="202367"/>
            <a:ext cx="2437500" cy="2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INTRO</a:t>
            </a:r>
            <a:endParaRPr/>
          </a:p>
        </p:txBody>
      </p:sp>
      <p:sp>
        <p:nvSpPr>
          <p:cNvPr id="238" name="Google Shape;238;p38"/>
          <p:cNvSpPr txBox="1"/>
          <p:nvPr>
            <p:ph type="title"/>
          </p:nvPr>
        </p:nvSpPr>
        <p:spPr>
          <a:xfrm>
            <a:off x="625800" y="1427850"/>
            <a:ext cx="7892400" cy="34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/>
              <a:t>Questions?</a:t>
            </a:r>
            <a:endParaRPr sz="8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/>
              <a:t>🤔🤔🤔</a:t>
            </a:r>
            <a:endParaRPr sz="8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ducational Games - Guess the Missing Word">
  <a:themeElements>
    <a:clrScheme name="Simple Light">
      <a:dk1>
        <a:srgbClr val="000000"/>
      </a:dk1>
      <a:lt1>
        <a:srgbClr val="F3EFEC"/>
      </a:lt1>
      <a:dk2>
        <a:srgbClr val="AE7FF7"/>
      </a:dk2>
      <a:lt2>
        <a:srgbClr val="F0E053"/>
      </a:lt2>
      <a:accent1>
        <a:srgbClr val="F6521D"/>
      </a:accent1>
      <a:accent2>
        <a:srgbClr val="E97C8E"/>
      </a:accent2>
      <a:accent3>
        <a:srgbClr val="CCCCCC"/>
      </a:accent3>
      <a:accent4>
        <a:srgbClr val="63CCCA"/>
      </a:accent4>
      <a:accent5>
        <a:srgbClr val="625F63"/>
      </a:accent5>
      <a:accent6>
        <a:srgbClr val="7E2E84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